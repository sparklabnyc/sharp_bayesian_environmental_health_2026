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9995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3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942577"/>
            <a:ext cx="6749654" cy="2005142"/>
          </a:xfrm>
        </p:spPr>
        <p:txBody>
          <a:bodyPr anchor="b"/>
          <a:lstStyle>
            <a:lvl1pPr algn="ctr">
              <a:defRPr sz="442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025045"/>
            <a:ext cx="6749654" cy="1390533"/>
          </a:xfrm>
        </p:spPr>
        <p:txBody>
          <a:bodyPr/>
          <a:lstStyle>
            <a:lvl1pPr marL="0" indent="0" algn="ctr">
              <a:buNone/>
              <a:defRPr sz="1772"/>
            </a:lvl1pPr>
            <a:lvl2pPr marL="337505" indent="0" algn="ctr">
              <a:buNone/>
              <a:defRPr sz="1476"/>
            </a:lvl2pPr>
            <a:lvl3pPr marL="675010" indent="0" algn="ctr">
              <a:buNone/>
              <a:defRPr sz="1329"/>
            </a:lvl3pPr>
            <a:lvl4pPr marL="1012515" indent="0" algn="ctr">
              <a:buNone/>
              <a:defRPr sz="1181"/>
            </a:lvl4pPr>
            <a:lvl5pPr marL="1350020" indent="0" algn="ctr">
              <a:buNone/>
              <a:defRPr sz="1181"/>
            </a:lvl5pPr>
            <a:lvl6pPr marL="1687525" indent="0" algn="ctr">
              <a:buNone/>
              <a:defRPr sz="1181"/>
            </a:lvl6pPr>
            <a:lvl7pPr marL="2025030" indent="0" algn="ctr">
              <a:buNone/>
              <a:defRPr sz="1181"/>
            </a:lvl7pPr>
            <a:lvl8pPr marL="2362535" indent="0" algn="ctr">
              <a:buNone/>
              <a:defRPr sz="1181"/>
            </a:lvl8pPr>
            <a:lvl9pPr marL="2700040" indent="0" algn="ctr">
              <a:buNone/>
              <a:defRPr sz="118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9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72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435864"/>
            <a:ext cx="7762102" cy="2395771"/>
          </a:xfrm>
        </p:spPr>
        <p:txBody>
          <a:bodyPr anchor="b"/>
          <a:lstStyle>
            <a:lvl1pPr>
              <a:defRPr sz="442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854300"/>
            <a:ext cx="7762102" cy="1259879"/>
          </a:xfrm>
        </p:spPr>
        <p:txBody>
          <a:bodyPr/>
          <a:lstStyle>
            <a:lvl1pPr marL="0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1pPr>
            <a:lvl2pPr marL="337505" indent="0">
              <a:buNone/>
              <a:defRPr sz="1476">
                <a:solidFill>
                  <a:schemeClr val="tx1">
                    <a:tint val="82000"/>
                  </a:schemeClr>
                </a:solidFill>
              </a:defRPr>
            </a:lvl2pPr>
            <a:lvl3pPr marL="675010" indent="0">
              <a:buNone/>
              <a:defRPr sz="1329">
                <a:solidFill>
                  <a:schemeClr val="tx1">
                    <a:tint val="82000"/>
                  </a:schemeClr>
                </a:solidFill>
              </a:defRPr>
            </a:lvl3pPr>
            <a:lvl4pPr marL="1012515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4pPr>
            <a:lvl5pPr marL="1350020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5pPr>
            <a:lvl6pPr marL="1687525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6pPr>
            <a:lvl7pPr marL="2025030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7pPr>
            <a:lvl8pPr marL="2362535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8pPr>
            <a:lvl9pPr marL="2700040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15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533187"/>
            <a:ext cx="3824804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533187"/>
            <a:ext cx="3824804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76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06638"/>
            <a:ext cx="7762102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411865"/>
            <a:ext cx="380722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103799"/>
            <a:ext cx="380722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411865"/>
            <a:ext cx="382597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2103799"/>
            <a:ext cx="382597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01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9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36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829255"/>
            <a:ext cx="4556016" cy="4092942"/>
          </a:xfrm>
        </p:spPr>
        <p:txBody>
          <a:bodyPr/>
          <a:lstStyle>
            <a:lvl1pPr>
              <a:defRPr sz="2362"/>
            </a:lvl1pPr>
            <a:lvl2pPr>
              <a:defRPr sz="2067"/>
            </a:lvl2pPr>
            <a:lvl3pPr>
              <a:defRPr sz="1772"/>
            </a:lvl3pPr>
            <a:lvl4pPr>
              <a:defRPr sz="1476"/>
            </a:lvl4pPr>
            <a:lvl5pPr>
              <a:defRPr sz="1476"/>
            </a:lvl5pPr>
            <a:lvl6pPr>
              <a:defRPr sz="1476"/>
            </a:lvl6pPr>
            <a:lvl7pPr>
              <a:defRPr sz="1476"/>
            </a:lvl7pPr>
            <a:lvl8pPr>
              <a:defRPr sz="1476"/>
            </a:lvl8pPr>
            <a:lvl9pPr>
              <a:defRPr sz="147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05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829255"/>
            <a:ext cx="4556016" cy="4092942"/>
          </a:xfrm>
        </p:spPr>
        <p:txBody>
          <a:bodyPr anchor="t"/>
          <a:lstStyle>
            <a:lvl1pPr marL="0" indent="0">
              <a:buNone/>
              <a:defRPr sz="2362"/>
            </a:lvl1pPr>
            <a:lvl2pPr marL="337505" indent="0">
              <a:buNone/>
              <a:defRPr sz="2067"/>
            </a:lvl2pPr>
            <a:lvl3pPr marL="675010" indent="0">
              <a:buNone/>
              <a:defRPr sz="1772"/>
            </a:lvl3pPr>
            <a:lvl4pPr marL="1012515" indent="0">
              <a:buNone/>
              <a:defRPr sz="1476"/>
            </a:lvl4pPr>
            <a:lvl5pPr marL="1350020" indent="0">
              <a:buNone/>
              <a:defRPr sz="1476"/>
            </a:lvl5pPr>
            <a:lvl6pPr marL="1687525" indent="0">
              <a:buNone/>
              <a:defRPr sz="1476"/>
            </a:lvl6pPr>
            <a:lvl7pPr marL="2025030" indent="0">
              <a:buNone/>
              <a:defRPr sz="1476"/>
            </a:lvl7pPr>
            <a:lvl8pPr marL="2362535" indent="0">
              <a:buNone/>
              <a:defRPr sz="1476"/>
            </a:lvl8pPr>
            <a:lvl9pPr marL="2700040" indent="0">
              <a:buNone/>
              <a:defRPr sz="147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69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2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06637"/>
            <a:ext cx="1940525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306637"/>
            <a:ext cx="5709082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83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06638"/>
            <a:ext cx="7762102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533187"/>
            <a:ext cx="7762102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2E671-2D42-4B0A-A151-5EAFE084D438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5338158"/>
            <a:ext cx="303734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E9438-EE8C-4940-8695-938243429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66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5010" rtl="0" eaLnBrk="1" latinLnBrk="0" hangingPunct="1">
        <a:lnSpc>
          <a:spcPct val="90000"/>
        </a:lnSpc>
        <a:spcBef>
          <a:spcPct val="0"/>
        </a:spcBef>
        <a:buNone/>
        <a:defRPr sz="3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753" indent="-168753" algn="l" defTabSz="67501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76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126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77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27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378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28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879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0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01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51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02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52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03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53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04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map&#10;&#10;AI-generated content may be incorrect.">
            <a:extLst>
              <a:ext uri="{FF2B5EF4-FFF2-40B4-BE49-F238E27FC236}">
                <a16:creationId xmlns:a16="http://schemas.microsoft.com/office/drawing/2014/main" id="{59C39C32-CB26-118C-915F-200D8214F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6802"/>
            <a:ext cx="8999538" cy="2879852"/>
          </a:xfrm>
          <a:prstGeom prst="rect">
            <a:avLst/>
          </a:prstGeom>
        </p:spPr>
      </p:pic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4F17D63-AFEE-2B8F-33C1-690E6F27E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96"/>
            <a:ext cx="8999538" cy="28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Konstantinoudis, Garyfallos</dc:creator>
  <cp:lastModifiedBy>Konstantinoudis, Garyfallos</cp:lastModifiedBy>
  <cp:revision>1</cp:revision>
  <dcterms:created xsi:type="dcterms:W3CDTF">2025-07-16T10:34:39Z</dcterms:created>
  <dcterms:modified xsi:type="dcterms:W3CDTF">2025-07-16T10:36:11Z</dcterms:modified>
</cp:coreProperties>
</file>